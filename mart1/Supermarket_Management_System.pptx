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6" r:id="rId8"/>
    <p:sldId id="267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92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7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1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3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9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4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1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6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0039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19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2006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41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01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8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t>Architecture, Data Design, and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Full-stack supermarket management: products, sales, inventory, purchasing</a:t>
            </a:r>
          </a:p>
          <a:p>
            <a:pPr>
              <a:defRPr sz="2000"/>
            </a:pPr>
            <a:r>
              <a:t>Backend: FastAPI + PostgreSQL (SQLAlchemy engine)</a:t>
            </a:r>
          </a:p>
          <a:p>
            <a:pPr>
              <a:defRPr sz="2000"/>
            </a:pPr>
            <a:r>
              <a:t>Frontend: React (Vite) with dashboards and CRUD pages</a:t>
            </a:r>
          </a:p>
          <a:p>
            <a:pPr>
              <a:defRPr sz="2000"/>
            </a:pPr>
            <a:r>
              <a:t>Authentication, notifications, and analytic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FastAPI, SQLAlchemy, Psycopg2, Uvicorn</a:t>
            </a:r>
          </a:p>
          <a:p>
            <a:pPr>
              <a:defRPr sz="2000"/>
            </a:pPr>
            <a:r>
              <a:t>Frontend: React, Vite, CSS</a:t>
            </a:r>
          </a:p>
          <a:p>
            <a:pPr>
              <a:defRPr sz="2000"/>
            </a:pPr>
            <a:r>
              <a:t>DB: PostgreSQL</a:t>
            </a:r>
          </a:p>
          <a:p>
            <a:pPr>
              <a:defRPr sz="2000"/>
            </a:pPr>
            <a:r>
              <a:t>Auth: bcrypt (password hashing)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 &amp; Category management</a:t>
            </a:r>
          </a:p>
          <a:p>
            <a:pPr>
              <a:defRPr sz="2000"/>
            </a:pPr>
            <a:r>
              <a:t>Sales with line items and payment methods</a:t>
            </a:r>
          </a:p>
          <a:p>
            <a:pPr>
              <a:defRPr sz="2000"/>
            </a:pPr>
            <a:r>
              <a:t>Inventory updates and low-stock notifications</a:t>
            </a:r>
          </a:p>
          <a:p>
            <a:pPr>
              <a:defRPr sz="2000"/>
            </a:pPr>
            <a:r>
              <a:t>Purchase orders and receiving</a:t>
            </a:r>
          </a:p>
          <a:p>
            <a:pPr>
              <a:defRPr sz="2000"/>
            </a:pPr>
            <a:r>
              <a:t>Dashboards and analytical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Products link to Categories and Suppliers via FKs</a:t>
            </a:r>
          </a:p>
          <a:p>
            <a:pPr>
              <a:defRPr sz="2000"/>
            </a:pPr>
            <a:r>
              <a:t>Sales header with child SaleItems; totals aggregated</a:t>
            </a:r>
          </a:p>
          <a:p>
            <a:pPr>
              <a:defRPr sz="2000"/>
            </a:pPr>
            <a:r>
              <a:t>Customers optional on Sales; Employees required</a:t>
            </a:r>
          </a:p>
          <a:p>
            <a:pPr>
              <a:defRPr sz="2000"/>
            </a:pPr>
            <a:r>
              <a:t>PurchaseOrders with items; receiving updates stock</a:t>
            </a:r>
          </a:p>
          <a:p>
            <a:pPr>
              <a:defRPr sz="2000"/>
            </a:pPr>
            <a:r>
              <a:t>Notifications reference Products for low-stock/events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1B6A-28BC-421C-76BF-98BCE9D6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8206B3-3764-24E3-0124-0CC32FE6B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33" y="1312333"/>
            <a:ext cx="7560734" cy="5393267"/>
          </a:xfrm>
        </p:spPr>
      </p:pic>
    </p:spTree>
    <p:extLst>
      <p:ext uri="{BB962C8B-B14F-4D97-AF65-F5344CB8AC3E}">
        <p14:creationId xmlns:p14="http://schemas.microsoft.com/office/powerpoint/2010/main" val="417288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76C2-CE17-47FA-1ECF-AC5D9B19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279400"/>
            <a:ext cx="6381579" cy="872067"/>
          </a:xfrm>
        </p:spPr>
        <p:txBody>
          <a:bodyPr/>
          <a:lstStyle/>
          <a:p>
            <a:r>
              <a:rPr lang="en-IN" dirty="0"/>
              <a:t>DFD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AF3624-393E-41C3-FF78-E1435F079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867" y="1278467"/>
            <a:ext cx="6968066" cy="5300133"/>
          </a:xfrm>
        </p:spPr>
      </p:pic>
    </p:spTree>
    <p:extLst>
      <p:ext uri="{BB962C8B-B14F-4D97-AF65-F5344CB8AC3E}">
        <p14:creationId xmlns:p14="http://schemas.microsoft.com/office/powerpoint/2010/main" val="1971214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D8D8-1412-6402-45F3-FDFF04EA9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7800"/>
            <a:ext cx="6347713" cy="1126068"/>
          </a:xfrm>
        </p:spPr>
        <p:txBody>
          <a:bodyPr/>
          <a:lstStyle/>
          <a:p>
            <a:r>
              <a:rPr lang="en-IN" dirty="0"/>
              <a:t>                   DFD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601128-E559-079F-1075-5ABD79CEF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59" y="1303868"/>
            <a:ext cx="7171307" cy="5240866"/>
          </a:xfrm>
        </p:spPr>
      </p:pic>
    </p:spTree>
    <p:extLst>
      <p:ext uri="{BB962C8B-B14F-4D97-AF65-F5344CB8AC3E}">
        <p14:creationId xmlns:p14="http://schemas.microsoft.com/office/powerpoint/2010/main" val="2480840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/api/products, /api/categories, /api/suppliers</a:t>
            </a:r>
          </a:p>
          <a:p>
            <a:pPr>
              <a:defRPr sz="2000"/>
            </a:pPr>
            <a:r>
              <a:t>/api/sales (+ sale_items), /api/customers, /api/employees</a:t>
            </a:r>
          </a:p>
          <a:p>
            <a:pPr>
              <a:defRPr sz="2000"/>
            </a:pPr>
            <a:r>
              <a:t>/api/purchase-orders (+ items, receive)</a:t>
            </a:r>
          </a:p>
          <a:p>
            <a:pPr>
              <a:defRPr sz="2000"/>
            </a:pPr>
            <a:r>
              <a:t>/api/notifications (list/update)</a:t>
            </a:r>
          </a:p>
          <a:p>
            <a:pPr>
              <a:defRPr sz="2000"/>
            </a:pPr>
            <a:r>
              <a:t>/api/reports/* (sales-by-date, category-sales, top-products, all-time-analysis)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&amp;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uvicorn api_server:app --reload</a:t>
            </a:r>
          </a:p>
          <a:p>
            <a:pPr>
              <a:defRPr sz="2000"/>
            </a:pPr>
            <a:r>
              <a:t>Frontend: cd frontend &amp;&amp; npm run dev (Vite)</a:t>
            </a:r>
          </a:p>
          <a:p>
            <a:pPr>
              <a:defRPr sz="2000"/>
            </a:pPr>
            <a:r>
              <a:t>Production: Uvicorn behind reverse proxy; Vite build for static assets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254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Supermarket Management System</vt:lpstr>
      <vt:lpstr>Project Overview</vt:lpstr>
      <vt:lpstr>Tech Stack</vt:lpstr>
      <vt:lpstr>Key Features</vt:lpstr>
      <vt:lpstr>Data Model Highlights</vt:lpstr>
      <vt:lpstr>ER Diagram</vt:lpstr>
      <vt:lpstr>DFD 1</vt:lpstr>
      <vt:lpstr>                   DFD 2</vt:lpstr>
      <vt:lpstr>Core API Endpoints</vt:lpstr>
      <vt:lpstr>Run &amp; Deploy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Singh Burathoki</cp:lastModifiedBy>
  <cp:revision>2</cp:revision>
  <dcterms:created xsi:type="dcterms:W3CDTF">2013-01-27T09:14:16Z</dcterms:created>
  <dcterms:modified xsi:type="dcterms:W3CDTF">2025-10-28T09:07:09Z</dcterms:modified>
  <cp:category/>
</cp:coreProperties>
</file>